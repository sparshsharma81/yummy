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84" y="4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7284F-F03E-BA06-F845-EED46D21D4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06EF1A-40A7-ED1E-CDD7-44C2B7C9C5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19C8E-ADD4-DFA3-1614-2662543B1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8764B-7D86-445F-B647-9CA007EE22B1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37E42-2521-ECC9-EE24-0CE81D08A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86601-0FD6-5BC2-16B0-BFC609859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485FF-1599-498E-94E6-DB87FE40F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532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DA3DC-53E2-044F-5843-46D0A4B88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48704-46AD-9304-F432-81AF92AE4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9F73B-7401-F84C-699C-5FA1E41F8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8764B-7D86-445F-B647-9CA007EE22B1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BDFAA-B6A9-31D0-B1AF-FDDC02FBB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F7497-3656-07BA-4DEF-58275551B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485FF-1599-498E-94E6-DB87FE40F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864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1DA7A-5C8A-F268-6B38-493F5D536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233D5A-D4BB-32BB-475A-1DB714C1E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36E72-BEC1-0ACC-F4EA-30C29D64F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8764B-7D86-445F-B647-9CA007EE22B1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7B5FA-04C4-93B7-68D3-67D81E893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11468-3880-55FC-6279-996911C52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485FF-1599-498E-94E6-DB87FE40F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487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9F45F-15F1-AFFC-4565-414A417C7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85990-67E3-CA79-B48A-C859566C79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30685B-B7EE-D3E5-FF85-30184F1390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2D614-5B3E-18C9-3313-85AC30FE9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8764B-7D86-445F-B647-9CA007EE22B1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BA8FEC-76FB-A95B-1707-F6D400EEB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E32B49-5995-E2AA-B93C-DA7BF66A8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485FF-1599-498E-94E6-DB87FE40F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618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B9D3B-943F-F4DC-7554-724593836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24F4E8-5FE2-4700-695C-007C5FD4D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328B20-DB53-5A95-971D-5E73218670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3F714E-CB02-6147-715F-CF2EEF77FD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9C5D6E-B59F-6185-017F-717416A317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7C516E-EBD1-EF5B-B61E-1C6DFEF14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8764B-7D86-445F-B647-9CA007EE22B1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5A940C-7F0A-B1BA-8E8C-C3D5525FF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58C30B-36B1-DC19-D737-DABBBCF32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485FF-1599-498E-94E6-DB87FE40F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75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2C2B6-5243-96D1-EBB1-20C68B271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172450-9AEA-EB39-4595-0CA8BAA73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8764B-7D86-445F-B647-9CA007EE22B1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9C5487-4D82-9D21-B51E-91A68F7E8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C9283F-99A3-E46F-816E-5E447FBA8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485FF-1599-498E-94E6-DB87FE40F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315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2DCD0B-4AFC-1020-0C83-74A1E50E2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8764B-7D86-445F-B647-9CA007EE22B1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2B2A2D-B8C4-37CB-1CA0-610BEE7A1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F39FB-A52A-C639-883E-F2AAFEEC9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485FF-1599-498E-94E6-DB87FE40F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759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CBAAF-B081-1DC5-41B5-E701ED660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2773E-C1EF-08EC-8015-F9BCCC5A2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62020-60EA-32F5-422B-811116B6CD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BC0221-1E9C-2333-08B5-14EB97D8F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8764B-7D86-445F-B647-9CA007EE22B1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CC9393-1349-666C-9A3B-446A6A720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4B70B7-1A34-9E76-8D10-65EDB1ABF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485FF-1599-498E-94E6-DB87FE40F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311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0C7C4-53B6-66E6-28F8-6DE7839F3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B0002B-2B93-01C9-49CC-60F141C6CE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5E5877-3F74-8645-61F3-9A34C9C41E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B7AA7-1A1F-638A-DBAD-8DBD4C8A7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8764B-7D86-445F-B647-9CA007EE22B1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F06F7-F888-4110-B8BD-8BD72A288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DC0EF-63FD-B2BD-EE12-B555A87FA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485FF-1599-498E-94E6-DB87FE40F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76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1DD76-C838-7452-7B95-A085328D4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E5D055-5EC7-6566-C166-FF0ECBF529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84698-7869-B6D2-BB23-4BAA4C1BC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8764B-7D86-445F-B647-9CA007EE22B1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555FB-3BEF-4B2D-0827-BF31FF690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4E9A0-C51D-07EF-2D44-5B7A6C631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485FF-1599-498E-94E6-DB87FE40F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474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E67758-F893-74B5-59C5-24246CDA45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22914E-8785-73A1-5E63-B45F6B264B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9450D-ED37-C3E4-F872-10C6B00F1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8764B-7D86-445F-B647-9CA007EE22B1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0B89D-C195-7280-2928-F65323721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BB81D-AC35-147F-2A7F-894E4993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485FF-1599-498E-94E6-DB87FE40F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542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F73A11-8266-D046-AE8B-CC156146C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F5F03-5893-3C1F-B3A8-73E19E583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92BE7-AAAE-7BF0-9CED-7531BDAF15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D8764B-7D86-445F-B647-9CA007EE22B1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94ECB-6DAE-84DF-76F8-16EBB456E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FD291-D0C8-207C-3959-BEAF6CE4E4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7485FF-1599-498E-94E6-DB87FE40F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340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ACAAD-29E6-5F17-D738-0DB6D062CE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5820" y="89720"/>
            <a:ext cx="11939751" cy="2945141"/>
          </a:xfrm>
        </p:spPr>
        <p:txBody>
          <a:bodyPr/>
          <a:lstStyle/>
          <a:p>
            <a:r>
              <a:rPr lang="en-US" dirty="0"/>
              <a:t>Yummy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4D93F0-F43D-FD9F-B042-88990C6A51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2959" y="4161714"/>
            <a:ext cx="9144000" cy="1655762"/>
          </a:xfrm>
        </p:spPr>
        <p:txBody>
          <a:bodyPr/>
          <a:lstStyle/>
          <a:p>
            <a:r>
              <a:rPr lang="en-US" dirty="0"/>
              <a:t>Food ordering Website</a:t>
            </a:r>
          </a:p>
        </p:txBody>
      </p:sp>
    </p:spTree>
    <p:extLst>
      <p:ext uri="{BB962C8B-B14F-4D97-AF65-F5344CB8AC3E}">
        <p14:creationId xmlns:p14="http://schemas.microsoft.com/office/powerpoint/2010/main" val="2293916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58C26-F5F4-85EC-C6AC-08E1FAFE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0813" y="-68427"/>
            <a:ext cx="4443249" cy="1325563"/>
          </a:xfrm>
        </p:spPr>
        <p:txBody>
          <a:bodyPr/>
          <a:lstStyle/>
          <a:p>
            <a:r>
              <a:rPr lang="en-US" dirty="0"/>
              <a:t>LOGO DESIGN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D9AD4D-53CC-0E20-B8C0-50005A0C9F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06" t="3239" r="1046" b="4458"/>
          <a:stretch>
            <a:fillRect/>
          </a:stretch>
        </p:blipFill>
        <p:spPr>
          <a:xfrm>
            <a:off x="467710" y="1312316"/>
            <a:ext cx="3725918" cy="5172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591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5A5E4B-44F7-F61C-D489-08C169F0F8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13" t="27095" r="23588" b="18190"/>
          <a:stretch>
            <a:fillRect/>
          </a:stretch>
        </p:blipFill>
        <p:spPr>
          <a:xfrm>
            <a:off x="2885089" y="1592317"/>
            <a:ext cx="4910959" cy="3547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090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Yummy </vt:lpstr>
      <vt:lpstr>LOGO DESIGN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sparshs1790@gmail.com</dc:creator>
  <cp:lastModifiedBy>sparshs1790@gmail.com</cp:lastModifiedBy>
  <cp:revision>1</cp:revision>
  <dcterms:created xsi:type="dcterms:W3CDTF">2026-02-17T05:45:47Z</dcterms:created>
  <dcterms:modified xsi:type="dcterms:W3CDTF">2026-02-17T05:49:12Z</dcterms:modified>
</cp:coreProperties>
</file>